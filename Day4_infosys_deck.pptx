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embeddedFontLst>
    <p:embeddedFont>
      <p:font typeface="Arimo" panose="020B0604020202020204" charset="0"/>
      <p:regular r:id="rId4"/>
    </p:embeddedFont>
    <p:embeddedFont>
      <p:font typeface="Syn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860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637431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Infosys Recruitment Guide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741810"/>
            <a:ext cx="4667845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2025-2026 AI-First Hiring Cycle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23577" y="3787825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essential roadmap for engineering students preparing for the updated Infosys recruitment process, highlighting key technical stacks, eligibility criteria, and strategic preparation tips.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Arimo</vt:lpstr>
      <vt:lpstr>Arial</vt:lpstr>
      <vt:lpstr>Syne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seeta mahalakshmi mattaparthi</cp:lastModifiedBy>
  <cp:revision>1</cp:revision>
  <dcterms:created xsi:type="dcterms:W3CDTF">2026-05-22T05:31:40Z</dcterms:created>
  <dcterms:modified xsi:type="dcterms:W3CDTF">2026-05-22T06:15:54Z</dcterms:modified>
</cp:coreProperties>
</file>